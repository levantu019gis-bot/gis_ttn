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4113" cy="106886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452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ttn:map_image" descr="CCHQ_HAO_GIANG_1__20260706.b38e8092e7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33" y="15412"/>
            <a:ext cx="15033580" cy="10637722"/>
          </a:xfrm>
          <a:prstGeom prst="rect">
            <a:avLst/>
          </a:prstGeom>
        </p:spPr>
      </p:pic>
      <p:sp>
        <p:nvSpPr>
          <p:cNvPr id="16" name="ttn:title"/>
          <p:cNvSpPr txBox="1"/>
          <p:nvPr/>
        </p:nvSpPr>
        <p:spPr>
          <a:xfrm>
            <a:off x="1170443" y="145756"/>
            <a:ext cx="13774282" cy="448473"/>
          </a:xfrm>
          <a:prstGeom prst="rect">
            <a:avLst/>
          </a:prstGeom>
          <a:gradFill rotWithShape="1">
            <a:gsLst>
              <a:gs pos="0">
                <a:sysClr val="window" lastClr="FFFFFF"/>
              </a:gs>
              <a:gs pos="100000">
                <a:srgbClr val="9BBB59">
                  <a:shade val="93000"/>
                  <a:satMod val="130000"/>
                </a:srgbClr>
              </a:gs>
              <a:gs pos="100000">
                <a:srgbClr val="9BBB59">
                  <a:shade val="94000"/>
                  <a:satMod val="135000"/>
                </a:srgbClr>
              </a:gs>
            </a:gsLst>
            <a:lin ang="16200000" scaled="0"/>
          </a:gradFill>
          <a:ln>
            <a:noFill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p:spPr>
        <p:txBody>
          <a:bodyPr wrap="square" lIns="169815" tIns="84908" rIns="169815" bIns="84908">
            <a:spAutoFit/>
          </a:bodyPr>
          <a:lstStyle>
            <a:defPPr>
              <a:defRPr lang="en-US"/>
            </a:defPPr>
            <a:lvl1pPr algn="ctr" defTabSz="1474360">
              <a:defRPr sz="2400" b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defRPr>
            </a:lvl1pPr>
            <a:lvl2pPr marL="737180" defTabSz="1474360">
              <a:defRPr sz="2900">
                <a:solidFill>
                  <a:schemeClr val="lt1"/>
                </a:solidFill>
              </a:defRPr>
            </a:lvl2pPr>
            <a:lvl3pPr marL="1474360" defTabSz="1474360">
              <a:defRPr sz="2900">
                <a:solidFill>
                  <a:schemeClr val="lt1"/>
                </a:solidFill>
              </a:defRPr>
            </a:lvl3pPr>
            <a:lvl4pPr marL="2211540" defTabSz="1474360">
              <a:defRPr sz="2900">
                <a:solidFill>
                  <a:schemeClr val="lt1"/>
                </a:solidFill>
              </a:defRPr>
            </a:lvl4pPr>
            <a:lvl5pPr marL="2948721" defTabSz="1474360">
              <a:defRPr sz="2900">
                <a:solidFill>
                  <a:schemeClr val="lt1"/>
                </a:solidFill>
              </a:defRPr>
            </a:lvl5pPr>
            <a:lvl6pPr marL="3685901" defTabSz="1474360">
              <a:defRPr sz="2900">
                <a:solidFill>
                  <a:schemeClr val="lt1"/>
                </a:solidFill>
              </a:defRPr>
            </a:lvl6pPr>
            <a:lvl7pPr marL="4423081" defTabSz="1474360">
              <a:defRPr sz="2900">
                <a:solidFill>
                  <a:schemeClr val="lt1"/>
                </a:solidFill>
              </a:defRPr>
            </a:lvl7pPr>
            <a:lvl8pPr marL="5160261" defTabSz="1474360">
              <a:defRPr sz="2900">
                <a:solidFill>
                  <a:schemeClr val="lt1"/>
                </a:solidFill>
              </a:defRPr>
            </a:lvl8pPr>
            <a:lvl9pPr marL="5897441" defTabSz="1474360">
              <a:defRPr sz="2900">
                <a:solidFill>
                  <a:schemeClr val="lt1"/>
                </a:solidFill>
              </a:defRPr>
            </a:lvl9pPr>
          </a:lstStyle>
          <a:p>
            <a:pPr defTabSz="1474788" eaLnBrk="1" hangingPunct="1">
              <a:defRPr/>
            </a:pPr>
            <a:r>
              <a:rPr lang="en-US" sz="1800" ker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NAME</a:t>
            </a:r>
            <a:endParaRPr lang="vi-VN" sz="1800" kern="0" dirty="0">
              <a:solidFill>
                <a:prstClr val="black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tn:time_label_pane_B"/>
          <p:cNvSpPr>
            <a:spLocks noChangeArrowheads="1"/>
          </p:cNvSpPr>
          <p:nvPr/>
        </p:nvSpPr>
        <p:spPr bwMode="auto">
          <a:xfrm>
            <a:off x="8148501" y="926591"/>
            <a:ext cx="1352961" cy="29560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79388" tIns="39694" rIns="79388" bIns="39694">
            <a:spAutoFit/>
          </a:bodyPr>
          <a:lstStyle/>
          <a:p>
            <a:pPr algn="ctr"/>
            <a:r>
              <a:rPr lang="en-US" altLang="en-US" sz="1400" b="1" dirty="0">
                <a:solidFill>
                  <a:srgbClr val="FFFF00"/>
                </a:solidFill>
                <a:latin typeface="Arial" panose="020B0604020202020204" pitchFamily="34" charset="0"/>
              </a:rPr>
              <a:t>10.25/07.07.26</a:t>
            </a:r>
            <a:endParaRPr lang="vi-VN" altLang="en-US" sz="1400" b="1" dirty="0">
              <a:solidFill>
                <a:srgbClr val="FFFF00"/>
              </a:solidFill>
              <a:latin typeface="Arial" panose="020B0604020202020204" pitchFamily="34" charset="0"/>
            </a:endParaRPr>
          </a:p>
        </p:txBody>
      </p:sp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99227" y="1081812"/>
            <a:ext cx="327025" cy="819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" name="ttn:time_label_pane_A"/>
          <p:cNvSpPr>
            <a:spLocks noChangeArrowheads="1"/>
          </p:cNvSpPr>
          <p:nvPr/>
        </p:nvSpPr>
        <p:spPr bwMode="auto">
          <a:xfrm>
            <a:off x="1415236" y="946677"/>
            <a:ext cx="1352961" cy="29560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79388" tIns="39694" rIns="79388" bIns="39694">
            <a:spAutoFit/>
          </a:bodyPr>
          <a:lstStyle/>
          <a:p>
            <a:pPr algn="ctr"/>
            <a:r>
              <a:rPr lang="en-US" altLang="en-US" sz="1400" b="1" dirty="0">
                <a:solidFill>
                  <a:srgbClr val="FFFF00"/>
                </a:solidFill>
                <a:latin typeface="Arial" panose="020B0604020202020204" pitchFamily="34" charset="0"/>
              </a:rPr>
              <a:t>09.51/06.07.26</a:t>
            </a:r>
            <a:endParaRPr lang="vi-VN" altLang="en-US" sz="1400" b="1" dirty="0">
              <a:solidFill>
                <a:srgbClr val="FFFF00"/>
              </a:solidFill>
              <a:latin typeface="Arial" panose="020B0604020202020204" pitchFamily="34" charset="0"/>
            </a:endParaRPr>
          </a:p>
        </p:txBody>
      </p:sp>
      <p:pic>
        <p:nvPicPr>
          <p:cNvPr id="2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70447" y="1069112"/>
            <a:ext cx="327025" cy="819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8" name="ttn:comment_label_pane_B"/>
          <p:cNvSpPr txBox="1">
            <a:spLocks noChangeArrowheads="1"/>
          </p:cNvSpPr>
          <p:nvPr/>
        </p:nvSpPr>
        <p:spPr bwMode="auto">
          <a:xfrm>
            <a:off x="9976928" y="9810583"/>
            <a:ext cx="2875472" cy="29560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9388" tIns="39694" rIns="79388" bIns="39694">
            <a:spAutoFit/>
          </a:bodyPr>
          <a:lstStyle>
            <a:lvl1pPr>
              <a:defRPr sz="29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1473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1473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1473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1473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400" b="1" dirty="0" err="1">
                <a:solidFill>
                  <a:srgbClr val="FFFF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Không phát hiện tàu quân sự</a:t>
            </a:r>
            <a:endParaRPr lang="en-US" altLang="en-US" sz="1400" b="1" dirty="0">
              <a:solidFill>
                <a:srgbClr val="FFFF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tn:comment_label_pane_A"/>
          <p:cNvSpPr txBox="1">
            <a:spLocks noChangeArrowheads="1"/>
          </p:cNvSpPr>
          <p:nvPr/>
        </p:nvSpPr>
        <p:spPr bwMode="auto">
          <a:xfrm>
            <a:off x="3728693" y="9810584"/>
            <a:ext cx="2257441" cy="29560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9388" tIns="39694" rIns="79388" bIns="39694">
            <a:spAutoFit/>
          </a:bodyPr>
          <a:lstStyle>
            <a:lvl1pPr>
              <a:defRPr sz="29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1473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1473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1473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1473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400" b="1" dirty="0" err="1">
                <a:solidFill>
                  <a:srgbClr val="FFFF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Tổng: ... tàu quân sự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4793" y="7119742"/>
            <a:ext cx="3167886" cy="3077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lIns="0" rIns="0">
            <a:spAutoFit/>
          </a:bodyPr>
          <a:lstStyle>
            <a:defPPr>
              <a:defRPr lang="en-US"/>
            </a:defPPr>
            <a:lvl1pPr algn="ctr">
              <a:defRPr sz="2500" b="1">
                <a:solidFill>
                  <a:srgbClr val="FFFF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defTabSz="14750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/>
              <a:t>xxx</a:t>
            </a:r>
            <a:endParaRPr lang="en-US" sz="1400" dirty="0"/>
          </a:p>
        </p:txBody>
      </p:sp>
      <p:cxnSp>
        <p:nvCxnSpPr>
          <p:cNvPr id="27" name="Straight Arrow Connector 26"/>
          <p:cNvCxnSpPr/>
          <p:nvPr/>
        </p:nvCxnSpPr>
        <p:spPr>
          <a:xfrm flipV="1">
            <a:off x="3272437" y="6786817"/>
            <a:ext cx="732975" cy="185274"/>
          </a:xfrm>
          <a:prstGeom prst="straightConnector1">
            <a:avLst/>
          </a:prstGeom>
          <a:ln w="19050">
            <a:solidFill>
              <a:srgbClr val="FF00FF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 flipH="1" flipV="1">
            <a:off x="3172871" y="5965839"/>
            <a:ext cx="99567" cy="1006251"/>
          </a:xfrm>
          <a:prstGeom prst="straightConnector1">
            <a:avLst/>
          </a:prstGeom>
          <a:ln w="19050">
            <a:solidFill>
              <a:srgbClr val="FF00FF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16</Words>
  <Application>Microsoft Office PowerPoint</Application>
  <PresentationFormat>Custom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ASUS</cp:lastModifiedBy>
  <cp:revision>4</cp:revision>
  <dcterms:created xsi:type="dcterms:W3CDTF">2013-01-27T09:14:16Z</dcterms:created>
  <dcterms:modified xsi:type="dcterms:W3CDTF">2026-07-09T15:20:57Z</dcterms:modified>
  <cp:category/>
</cp:coreProperties>
</file>