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14588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084" y="72"/>
      </p:cViewPr>
      <p:guideLst>
        <p:guide orient="horz" pos="216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68" y="2130426"/>
            <a:ext cx="776750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736" y="3886200"/>
            <a:ext cx="639676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7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58" y="4406901"/>
            <a:ext cx="7767505" cy="1362075"/>
          </a:xfrm>
        </p:spPr>
        <p:txBody>
          <a:bodyPr anchor="t"/>
          <a:lstStyle>
            <a:lvl1pPr algn="l">
              <a:defRPr sz="399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858" y="2906714"/>
            <a:ext cx="7767505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69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385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7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77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462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1554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848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5405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912" y="1600201"/>
            <a:ext cx="4036057" cy="4525963"/>
          </a:xfrm>
        </p:spPr>
        <p:txBody>
          <a:bodyPr/>
          <a:lstStyle>
            <a:lvl1pPr>
              <a:defRPr sz="2798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272" y="1600201"/>
            <a:ext cx="4036057" cy="4525963"/>
          </a:xfrm>
        </p:spPr>
        <p:txBody>
          <a:bodyPr/>
          <a:lstStyle>
            <a:lvl1pPr>
              <a:defRPr sz="2798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912" y="1535113"/>
            <a:ext cx="4037644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6926" indent="0">
              <a:buNone/>
              <a:defRPr sz="1999" b="1"/>
            </a:lvl2pPr>
            <a:lvl3pPr marL="913851" indent="0">
              <a:buNone/>
              <a:defRPr sz="1799" b="1"/>
            </a:lvl3pPr>
            <a:lvl4pPr marL="1370777" indent="0">
              <a:buNone/>
              <a:defRPr sz="1599" b="1"/>
            </a:lvl4pPr>
            <a:lvl5pPr marL="1827703" indent="0">
              <a:buNone/>
              <a:defRPr sz="1599" b="1"/>
            </a:lvl5pPr>
            <a:lvl6pPr marL="2284628" indent="0">
              <a:buNone/>
              <a:defRPr sz="1599" b="1"/>
            </a:lvl6pPr>
            <a:lvl7pPr marL="2741554" indent="0">
              <a:buNone/>
              <a:defRPr sz="1599" b="1"/>
            </a:lvl7pPr>
            <a:lvl8pPr marL="3198480" indent="0">
              <a:buNone/>
              <a:defRPr sz="1599" b="1"/>
            </a:lvl8pPr>
            <a:lvl9pPr marL="365540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912" y="2174875"/>
            <a:ext cx="4037644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100" y="1535113"/>
            <a:ext cx="4039230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6926" indent="0">
              <a:buNone/>
              <a:defRPr sz="1999" b="1"/>
            </a:lvl2pPr>
            <a:lvl3pPr marL="913851" indent="0">
              <a:buNone/>
              <a:defRPr sz="1799" b="1"/>
            </a:lvl3pPr>
            <a:lvl4pPr marL="1370777" indent="0">
              <a:buNone/>
              <a:defRPr sz="1599" b="1"/>
            </a:lvl4pPr>
            <a:lvl5pPr marL="1827703" indent="0">
              <a:buNone/>
              <a:defRPr sz="1599" b="1"/>
            </a:lvl5pPr>
            <a:lvl6pPr marL="2284628" indent="0">
              <a:buNone/>
              <a:defRPr sz="1599" b="1"/>
            </a:lvl6pPr>
            <a:lvl7pPr marL="2741554" indent="0">
              <a:buNone/>
              <a:defRPr sz="1599" b="1"/>
            </a:lvl7pPr>
            <a:lvl8pPr marL="3198480" indent="0">
              <a:buNone/>
              <a:defRPr sz="1599" b="1"/>
            </a:lvl8pPr>
            <a:lvl9pPr marL="365540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100" y="2174875"/>
            <a:ext cx="4039230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913" y="273050"/>
            <a:ext cx="3006418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2798" y="273051"/>
            <a:ext cx="5108531" cy="5853113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913" y="1435101"/>
            <a:ext cx="3006418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926" indent="0">
              <a:buNone/>
              <a:defRPr sz="1199"/>
            </a:lvl2pPr>
            <a:lvl3pPr marL="913851" indent="0">
              <a:buNone/>
              <a:defRPr sz="999"/>
            </a:lvl3pPr>
            <a:lvl4pPr marL="1370777" indent="0">
              <a:buNone/>
              <a:defRPr sz="899"/>
            </a:lvl4pPr>
            <a:lvl5pPr marL="1827703" indent="0">
              <a:buNone/>
              <a:defRPr sz="899"/>
            </a:lvl5pPr>
            <a:lvl6pPr marL="2284628" indent="0">
              <a:buNone/>
              <a:defRPr sz="899"/>
            </a:lvl6pPr>
            <a:lvl7pPr marL="2741554" indent="0">
              <a:buNone/>
              <a:defRPr sz="899"/>
            </a:lvl7pPr>
            <a:lvl8pPr marL="3198480" indent="0">
              <a:buNone/>
              <a:defRPr sz="899"/>
            </a:lvl8pPr>
            <a:lvl9pPr marL="365540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159" y="4800600"/>
            <a:ext cx="5482945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159" y="612775"/>
            <a:ext cx="5482945" cy="4114800"/>
          </a:xfrm>
        </p:spPr>
        <p:txBody>
          <a:bodyPr/>
          <a:lstStyle>
            <a:lvl1pPr marL="0" indent="0">
              <a:buNone/>
              <a:defRPr sz="3198"/>
            </a:lvl1pPr>
            <a:lvl2pPr marL="456926" indent="0">
              <a:buNone/>
              <a:defRPr sz="2798"/>
            </a:lvl2pPr>
            <a:lvl3pPr marL="913851" indent="0">
              <a:buNone/>
              <a:defRPr sz="2399"/>
            </a:lvl3pPr>
            <a:lvl4pPr marL="1370777" indent="0">
              <a:buNone/>
              <a:defRPr sz="1999"/>
            </a:lvl4pPr>
            <a:lvl5pPr marL="1827703" indent="0">
              <a:buNone/>
              <a:defRPr sz="1999"/>
            </a:lvl5pPr>
            <a:lvl6pPr marL="2284628" indent="0">
              <a:buNone/>
              <a:defRPr sz="1999"/>
            </a:lvl6pPr>
            <a:lvl7pPr marL="2741554" indent="0">
              <a:buNone/>
              <a:defRPr sz="1999"/>
            </a:lvl7pPr>
            <a:lvl8pPr marL="3198480" indent="0">
              <a:buNone/>
              <a:defRPr sz="1999"/>
            </a:lvl8pPr>
            <a:lvl9pPr marL="3655405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159" y="5367338"/>
            <a:ext cx="5482945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926" indent="0">
              <a:buNone/>
              <a:defRPr sz="1199"/>
            </a:lvl2pPr>
            <a:lvl3pPr marL="913851" indent="0">
              <a:buNone/>
              <a:defRPr sz="999"/>
            </a:lvl3pPr>
            <a:lvl4pPr marL="1370777" indent="0">
              <a:buNone/>
              <a:defRPr sz="899"/>
            </a:lvl4pPr>
            <a:lvl5pPr marL="1827703" indent="0">
              <a:buNone/>
              <a:defRPr sz="899"/>
            </a:lvl5pPr>
            <a:lvl6pPr marL="2284628" indent="0">
              <a:buNone/>
              <a:defRPr sz="899"/>
            </a:lvl6pPr>
            <a:lvl7pPr marL="2741554" indent="0">
              <a:buNone/>
              <a:defRPr sz="899"/>
            </a:lvl7pPr>
            <a:lvl8pPr marL="3198480" indent="0">
              <a:buNone/>
              <a:defRPr sz="899"/>
            </a:lvl8pPr>
            <a:lvl9pPr marL="365540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5225" y="274639"/>
            <a:ext cx="205610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912" y="274639"/>
            <a:ext cx="601600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6912" y="274638"/>
            <a:ext cx="822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912" y="1600201"/>
            <a:ext cx="822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6912" y="6356350"/>
            <a:ext cx="2132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2233" y="6356350"/>
            <a:ext cx="28937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9073" y="6356350"/>
            <a:ext cx="2132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6926" rtl="0" eaLnBrk="1" latinLnBrk="0" hangingPunct="1"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694" indent="-342694" algn="l" defTabSz="456926" rtl="0" eaLnBrk="1" latinLnBrk="0" hangingPunct="1">
        <a:spcBef>
          <a:spcPct val="20000"/>
        </a:spcBef>
        <a:buFont typeface="Arial"/>
        <a:buChar char="•"/>
        <a:defRPr sz="3198" kern="1200">
          <a:solidFill>
            <a:schemeClr val="tx1"/>
          </a:solidFill>
          <a:latin typeface="+mn-lt"/>
          <a:ea typeface="+mn-ea"/>
          <a:cs typeface="+mn-cs"/>
        </a:defRPr>
      </a:lvl1pPr>
      <a:lvl2pPr marL="742504" indent="-285579" algn="l" defTabSz="456926" rtl="0" eaLnBrk="1" latinLnBrk="0" hangingPunct="1">
        <a:spcBef>
          <a:spcPct val="20000"/>
        </a:spcBef>
        <a:buFont typeface="Arial"/>
        <a:buChar char="–"/>
        <a:defRPr sz="27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314" indent="-228463" algn="l" defTabSz="456926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240" indent="-228463" algn="l" defTabSz="456926" rtl="0" eaLnBrk="1" latinLnBrk="0" hangingPunct="1">
        <a:spcBef>
          <a:spcPct val="20000"/>
        </a:spcBef>
        <a:buFont typeface="Arial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166" indent="-228463" algn="l" defTabSz="456926" rtl="0" eaLnBrk="1" latinLnBrk="0" hangingPunct="1">
        <a:spcBef>
          <a:spcPct val="20000"/>
        </a:spcBef>
        <a:buFont typeface="Arial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091" indent="-228463" algn="l" defTabSz="456926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017" indent="-228463" algn="l" defTabSz="456926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943" indent="-228463" algn="l" defTabSz="456926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3868" indent="-228463" algn="l" defTabSz="456926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26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51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77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03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628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554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480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405" algn="l" defTabSz="4569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ttn:map_image" descr="CCHQ_HAO_GIANG_1__20260706.b38e8092e7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0" y="18768"/>
            <a:ext cx="15024112" cy="10631022"/>
          </a:xfrm>
          <a:prstGeom prst="rect">
            <a:avLst/>
          </a:prstGeom>
        </p:spPr>
      </p:pic>
      <p:sp>
        <p:nvSpPr>
          <p:cNvPr id="16" name="ttn:title"/>
          <p:cNvSpPr txBox="1"/>
          <p:nvPr/>
        </p:nvSpPr>
        <p:spPr>
          <a:xfrm>
            <a:off x="1169706" y="149030"/>
            <a:ext cx="13765607" cy="448191"/>
          </a:xfrm>
          <a:prstGeom prst="rect">
            <a:avLst/>
          </a:prstGeom>
          <a:gradFill rotWithShape="1">
            <a:gsLst>
              <a:gs pos="0">
                <a:sysClr val="window" lastClr="FFFFFF"/>
              </a:gs>
              <a:gs pos="10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 lIns="169708" tIns="84855" rIns="169708" bIns="84855">
            <a:spAutoFit/>
          </a:bodyPr>
          <a:lstStyle>
            <a:defPPr>
              <a:defRPr lang="en-US"/>
            </a:defPPr>
            <a:lvl1pPr algn="ctr" defTabSz="1474360">
              <a:defRPr sz="24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37180" defTabSz="1474360">
              <a:defRPr sz="2900">
                <a:solidFill>
                  <a:schemeClr val="lt1"/>
                </a:solidFill>
              </a:defRPr>
            </a:lvl2pPr>
            <a:lvl3pPr marL="1474360" defTabSz="1474360">
              <a:defRPr sz="2900">
                <a:solidFill>
                  <a:schemeClr val="lt1"/>
                </a:solidFill>
              </a:defRPr>
            </a:lvl3pPr>
            <a:lvl4pPr marL="2211540" defTabSz="1474360">
              <a:defRPr sz="2900">
                <a:solidFill>
                  <a:schemeClr val="lt1"/>
                </a:solidFill>
              </a:defRPr>
            </a:lvl4pPr>
            <a:lvl5pPr marL="2948721" defTabSz="1474360">
              <a:defRPr sz="2900">
                <a:solidFill>
                  <a:schemeClr val="lt1"/>
                </a:solidFill>
              </a:defRPr>
            </a:lvl5pPr>
            <a:lvl6pPr marL="3685901" defTabSz="1474360">
              <a:defRPr sz="2900">
                <a:solidFill>
                  <a:schemeClr val="lt1"/>
                </a:solidFill>
              </a:defRPr>
            </a:lvl6pPr>
            <a:lvl7pPr marL="4423081" defTabSz="1474360">
              <a:defRPr sz="2900">
                <a:solidFill>
                  <a:schemeClr val="lt1"/>
                </a:solidFill>
              </a:defRPr>
            </a:lvl7pPr>
            <a:lvl8pPr marL="5160261" defTabSz="1474360">
              <a:defRPr sz="2900">
                <a:solidFill>
                  <a:schemeClr val="lt1"/>
                </a:solidFill>
              </a:defRPr>
            </a:lvl8pPr>
            <a:lvl9pPr marL="5897441" defTabSz="1474360">
              <a:defRPr sz="2900">
                <a:solidFill>
                  <a:schemeClr val="lt1"/>
                </a:solidFill>
              </a:defRPr>
            </a:lvl9pPr>
          </a:lstStyle>
          <a:p>
            <a:pPr defTabSz="1473903">
              <a:defRPr/>
            </a:pPr>
            <a:r>
              <a:rPr lang="en-US" sz="1799" ker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NAME</a:t>
            </a:r>
            <a:endParaRPr lang="vi-VN" sz="1799" kern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tn:time_label_pane_B"/>
          <p:cNvSpPr>
            <a:spLocks noChangeArrowheads="1"/>
          </p:cNvSpPr>
          <p:nvPr/>
        </p:nvSpPr>
        <p:spPr bwMode="auto">
          <a:xfrm>
            <a:off x="8143370" y="929374"/>
            <a:ext cx="1352109" cy="29542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38" tIns="39669" rIns="79338" bIns="39669">
            <a:spAutoFit/>
          </a:bodyPr>
          <a:lstStyle/>
          <a:p>
            <a:pPr algn="ctr"/>
            <a:r>
              <a:rPr lang="en-US" altLang="en-US" sz="1399" b="1" dirty="0">
                <a:solidFill>
                  <a:srgbClr val="FFFF00"/>
                </a:solidFill>
                <a:latin typeface="Arial" panose="020B0604020202020204" pitchFamily="34" charset="0"/>
              </a:rPr>
              <a:t>10.25/07.07.26</a:t>
            </a:r>
            <a:endParaRPr lang="vi-VN" altLang="en-US" sz="1399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286" y="1084497"/>
            <a:ext cx="326819" cy="818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tn:time_label_pane_A"/>
          <p:cNvSpPr>
            <a:spLocks noChangeArrowheads="1"/>
          </p:cNvSpPr>
          <p:nvPr/>
        </p:nvSpPr>
        <p:spPr bwMode="auto">
          <a:xfrm>
            <a:off x="1414346" y="949447"/>
            <a:ext cx="1352109" cy="29542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38" tIns="39669" rIns="79338" bIns="39669">
            <a:spAutoFit/>
          </a:bodyPr>
          <a:lstStyle/>
          <a:p>
            <a:pPr algn="ctr"/>
            <a:r>
              <a:rPr lang="en-US" altLang="en-US" sz="1399" b="1" dirty="0">
                <a:solidFill>
                  <a:srgbClr val="FFFF00"/>
                </a:solidFill>
                <a:latin typeface="Arial" panose="020B0604020202020204" pitchFamily="34" charset="0"/>
              </a:rPr>
              <a:t>09.51/06.07.26</a:t>
            </a:r>
            <a:endParaRPr lang="vi-VN" altLang="en-US" sz="1399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680" y="1071805"/>
            <a:ext cx="326819" cy="818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tn:comment_label_pane_B"/>
          <p:cNvSpPr txBox="1">
            <a:spLocks noChangeArrowheads="1"/>
          </p:cNvSpPr>
          <p:nvPr/>
        </p:nvSpPr>
        <p:spPr bwMode="auto">
          <a:xfrm>
            <a:off x="9970645" y="9807771"/>
            <a:ext cx="2873661" cy="29542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338" tIns="39669" rIns="79338" bIns="39669">
            <a:spAutoFit/>
          </a:bodyPr>
          <a:lstStyle>
            <a:lvl1pPr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99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 phát hiện tàu quân sự</a:t>
            </a:r>
            <a:endParaRPr lang="en-US" altLang="en-US" sz="1399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tn:comment_label_pane_A"/>
          <p:cNvSpPr txBox="1">
            <a:spLocks noChangeArrowheads="1"/>
          </p:cNvSpPr>
          <p:nvPr/>
        </p:nvSpPr>
        <p:spPr bwMode="auto">
          <a:xfrm>
            <a:off x="3726346" y="9807772"/>
            <a:ext cx="2256019" cy="29542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338" tIns="39669" rIns="79338" bIns="39669">
            <a:spAutoFit/>
          </a:bodyPr>
          <a:lstStyle>
            <a:lvl1pPr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99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Tổng: ... tàu quân sự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3562" y="7118624"/>
            <a:ext cx="3165891" cy="3075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rIns="0">
            <a:spAutoFit/>
          </a:bodyPr>
          <a:lstStyle>
            <a:defPPr>
              <a:defRPr lang="en-US"/>
            </a:defPPr>
            <a:lvl1pPr algn="ctr">
              <a:defRPr sz="2500" b="1">
                <a:solidFill>
                  <a:srgbClr val="FFFF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1474115">
              <a:defRPr/>
            </a:pPr>
            <a:r>
              <a:rPr lang="en-US" sz="1399"/>
              <a:t>xxx</a:t>
            </a:r>
            <a:endParaRPr lang="en-US" sz="1399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3270377" y="6785909"/>
            <a:ext cx="732513" cy="185157"/>
          </a:xfrm>
          <a:prstGeom prst="straightConnector1">
            <a:avLst/>
          </a:prstGeom>
          <a:ln w="19050">
            <a:solidFill>
              <a:srgbClr val="FF00FF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3170874" y="5965448"/>
            <a:ext cx="99504" cy="1005617"/>
          </a:xfrm>
          <a:prstGeom prst="straightConnector1">
            <a:avLst/>
          </a:prstGeom>
          <a:ln w="19050">
            <a:solidFill>
              <a:srgbClr val="FF00FF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ASUS</cp:lastModifiedBy>
  <cp:revision>5</cp:revision>
  <dcterms:created xsi:type="dcterms:W3CDTF">2013-01-27T09:14:16Z</dcterms:created>
  <dcterms:modified xsi:type="dcterms:W3CDTF">2026-07-11T09:08:35Z</dcterms:modified>
  <cp:category/>
</cp:coreProperties>
</file>