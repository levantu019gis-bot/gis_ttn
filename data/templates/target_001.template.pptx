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wmf" ContentType="image/x-w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5114588" cy="1068863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55640" y="2494080"/>
            <a:ext cx="13602240" cy="705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C134F5-A9FB-4BDC-8934-FB9A0E24FF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5CA52B-6C33-44B8-AD22-9D22649EBE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8935E19-1DAB-45EC-8749-42CC651E5D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55640" y="2494080"/>
            <a:ext cx="13602240" cy="705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8358618-7A0B-4590-843A-A0CA8D824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9C2C1BD-2A19-45A3-ACC8-55DBA920EC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75564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772560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49FEBE3-EF06-4A33-9AF9-09DDF486B9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D508012-B509-44BA-9E09-0754F16133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990F319-156B-4694-B611-206CB54A5F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658CDF1-9074-4823-AF1C-41F620C5D5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8CF4DDE-51CC-46E4-98B3-765A783577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E3039F1-E8A4-42B2-8C8E-9DEA31355B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A1480CA0-FB22-4EEF-9001-92CA4DD427F7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6B8314E0-2857-4C9F-BCEA-89A73DA3E0A1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2C2D3701-1243-4EB2-8567-F5F2E65A7D06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5640" y="2494080"/>
            <a:ext cx="13602240" cy="7053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47156723-BC8C-4598-B56E-3A57FC3A9CF7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07E3F49A-6652-4AB8-9255-104936B5E2C9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564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772596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EEE571FF-56D1-474A-87E4-53FDD5D5482F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A87B42AA-844B-4BF0-A461-1402D628B69F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31E15712-069B-4C28-BA84-2AB1042AF0CF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CD1A0FC0-E261-4213-8B1D-0CB7C1BE293F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A196D86C-A766-41A6-B26E-6C34CACACAA8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47600" rIns="147600" tIns="73800" bIns="7380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algn="l" pos="0"/>
              </a:tabLst>
            </a:pPr>
            <a:fld id="{F5B473B2-E3D2-4310-AF68-6846E61B27C8}" type="slidenum">
              <a:rPr b="0" lang="en-US" sz="20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rIns="147600" tIns="73800" bIns="738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ttn:map_image" descr=""/>
          <p:cNvPicPr/>
          <p:nvPr/>
        </p:nvPicPr>
        <p:blipFill>
          <a:blip r:embed="rId1"/>
          <a:stretch/>
        </p:blipFill>
        <p:spPr>
          <a:xfrm>
            <a:off x="2160" y="14040"/>
            <a:ext cx="15107040" cy="10692360"/>
          </a:xfrm>
          <a:prstGeom prst="rect">
            <a:avLst/>
          </a:prstGeom>
          <a:ln w="0">
            <a:noFill/>
          </a:ln>
        </p:spPr>
      </p:pic>
      <p:sp>
        <p:nvSpPr>
          <p:cNvPr id="49" name="ttn:title"/>
          <p:cNvSpPr/>
          <p:nvPr/>
        </p:nvSpPr>
        <p:spPr>
          <a:xfrm>
            <a:off x="1111320" y="135720"/>
            <a:ext cx="13836240" cy="4438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bc348"/>
              </a:gs>
              <a:gs pos="100000">
                <a:srgbClr val="9cc745"/>
              </a:gs>
            </a:gsLst>
            <a:lin ang="16200000"/>
          </a:gra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0"/>
          <a:fontRef idx="minor"/>
        </p:style>
        <p:txBody>
          <a:bodyPr lIns="169920" rIns="169920" tIns="84960" bIns="84960" anchor="t">
            <a:spAutoFit/>
          </a:bodyPr>
          <a:p>
            <a:pPr algn="ctr" defTabSz="147492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NAME</a:t>
            </a:r>
            <a:r>
              <a:rPr b="1" lang="vi-VN" sz="1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TIME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tn:time"/>
          <p:cNvSpPr/>
          <p:nvPr/>
        </p:nvSpPr>
        <p:spPr>
          <a:xfrm>
            <a:off x="7756200" y="966240"/>
            <a:ext cx="546120" cy="303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1473120">
              <a:lnSpc>
                <a:spcPct val="100000"/>
              </a:lnSpc>
            </a:pPr>
            <a:r>
              <a:rPr b="1" lang="en-US" sz="1400" spc="-1" strike="noStrike">
                <a:solidFill>
                  <a:srgbClr val="ffff00"/>
                </a:solidFill>
                <a:latin typeface="Arial"/>
              </a:rPr>
              <a:t>time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tn:comment"/>
          <p:cNvSpPr/>
          <p:nvPr/>
        </p:nvSpPr>
        <p:spPr>
          <a:xfrm>
            <a:off x="5591160" y="9875160"/>
            <a:ext cx="5333040" cy="303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1473120">
              <a:lnSpc>
                <a:spcPct val="100000"/>
              </a:lnSpc>
            </a:pPr>
            <a:r>
              <a:rPr b="1" lang="en-US" sz="1400" spc="-1" strike="noStrike">
                <a:solidFill>
                  <a:srgbClr val="ffff00"/>
                </a:solidFill>
                <a:latin typeface="Arial"/>
              </a:rPr>
              <a:t>comment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Picture 8" descr=""/>
          <p:cNvPicPr/>
          <p:nvPr/>
        </p:nvPicPr>
        <p:blipFill>
          <a:blip r:embed="rId2">
            <a:lum bright="100000"/>
          </a:blip>
          <a:stretch/>
        </p:blipFill>
        <p:spPr>
          <a:xfrm>
            <a:off x="14241960" y="1059120"/>
            <a:ext cx="295920" cy="6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2700946</TotalTime>
  <Application>LibreOffice/24.2.7.2$Linux_X86_64 LibreOffice_project/420$Build-2</Application>
  <AppVersion>15.0000</AppVersion>
  <Words>7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INTERNET</dc:creator>
  <dc:description/>
  <dc:language>en-US</dc:language>
  <cp:lastModifiedBy/>
  <dcterms:modified xsi:type="dcterms:W3CDTF">2026-06-03T00:08:32Z</dcterms:modified>
  <cp:revision>14935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