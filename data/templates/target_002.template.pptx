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sldIdLst>
    <p:sldId id="256" r:id="rId12"/>
  </p:sldIdLst>
  <p:sldSz cx="15114588" cy="10688638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0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55640" y="428760"/>
            <a:ext cx="13602240" cy="178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755640" y="2494080"/>
            <a:ext cx="13602240" cy="705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BFC134F5-A9FB-4BDC-8934-FB9A0E24FFB3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1D5CA52B-6C33-44B8-AD22-9D22649EBE4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C8935E19-1DAB-45EC-8749-42CC651E5DD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55640" y="428760"/>
            <a:ext cx="13602240" cy="178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755640" y="2494080"/>
            <a:ext cx="13602240" cy="705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D8358618-7A0B-4590-843A-A0CA8D8244F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59C2C1BD-2A19-45A3-ACC8-55DBA920EC9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55640" y="428760"/>
            <a:ext cx="13602240" cy="178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755640" y="2494080"/>
            <a:ext cx="6637680" cy="705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7725600" y="2494080"/>
            <a:ext cx="6637680" cy="705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649FEBE3-EF06-4A33-9AF9-09DDF486B94A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8D508012-B509-44BA-9E09-0754F161337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55640" y="428760"/>
            <a:ext cx="13602240" cy="178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7990F319-156B-4694-B611-206CB54A5FDB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C658CDF1-9074-4823-AF1C-41F620C5D55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E8CF4DDE-51CC-46E4-98B3-765A7835772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3E3039F1-E8A4-42B2-8C8E-9DEA31355B74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55640" y="428760"/>
            <a:ext cx="13602240" cy="178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5164200" y="9906120"/>
            <a:ext cx="478512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1083168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numCol="1" spcCol="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  <a:tabLst>
                <a:tab pos="0" algn="l"/>
              </a:tabLst>
            </a:pPr>
            <a:fld id="{A1480CA0-FB22-4EEF-9001-92CA4DD427F7}" type="slidenum">
              <a:rPr lang="en-US" sz="20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75564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5164200" y="9906120"/>
            <a:ext cx="478512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1083168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numCol="1" spcCol="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  <a:tabLst>
                <a:tab pos="0" algn="l"/>
              </a:tabLst>
            </a:pPr>
            <a:fld id="{6B8314E0-2857-4C9F-BCEA-89A73DA3E0A1}" type="slidenum">
              <a:rPr lang="en-US" sz="20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75564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5164200" y="9906120"/>
            <a:ext cx="478512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1083168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numCol="1" spcCol="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  <a:tabLst>
                <a:tab pos="0" algn="l"/>
              </a:tabLst>
            </a:pPr>
            <a:fld id="{2C2D3701-1243-4EB2-8567-F5F2E65A7D06}" type="slidenum">
              <a:rPr lang="en-US" sz="20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75564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55640" y="428760"/>
            <a:ext cx="13602240" cy="178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55640" y="2494080"/>
            <a:ext cx="13602240" cy="705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5164200" y="9906120"/>
            <a:ext cx="478512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1083168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numCol="1" spcCol="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  <a:tabLst>
                <a:tab pos="0" algn="l"/>
              </a:tabLst>
            </a:pPr>
            <a:fld id="{47156723-BC8C-4598-B56E-3A57FC3A9CF7}" type="slidenum">
              <a:rPr lang="en-US" sz="20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75564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5164200" y="9906120"/>
            <a:ext cx="478512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1083168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numCol="1" spcCol="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  <a:tabLst>
                <a:tab pos="0" algn="l"/>
              </a:tabLst>
            </a:pPr>
            <a:fld id="{07E3F49A-6652-4AB8-9255-104936B5E2C9}" type="slidenum">
              <a:rPr lang="en-US" sz="20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75564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55640" y="428760"/>
            <a:ext cx="13602240" cy="178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55640" y="2494080"/>
            <a:ext cx="6637680" cy="705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7725960" y="2494080"/>
            <a:ext cx="6637680" cy="705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5164200" y="9906120"/>
            <a:ext cx="478512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1083168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numCol="1" spcCol="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  <a:tabLst>
                <a:tab pos="0" algn="l"/>
              </a:tabLst>
            </a:pPr>
            <a:fld id="{EEE571FF-56D1-474A-87E4-53FDD5D5482F}" type="slidenum">
              <a:rPr lang="en-US" sz="20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75564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5164200" y="9906120"/>
            <a:ext cx="478512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1083168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numCol="1" spcCol="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  <a:tabLst>
                <a:tab pos="0" algn="l"/>
              </a:tabLst>
            </a:pPr>
            <a:fld id="{A87B42AA-844B-4BF0-A461-1402D628B69F}" type="slidenum">
              <a:rPr lang="en-US" sz="20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75564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55640" y="428760"/>
            <a:ext cx="13602240" cy="178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5164200" y="9906120"/>
            <a:ext cx="478512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1083168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numCol="1" spcCol="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  <a:tabLst>
                <a:tab pos="0" algn="l"/>
              </a:tabLst>
            </a:pPr>
            <a:fld id="{31E15712-069B-4C28-BA84-2AB1042AF0CF}" type="slidenum">
              <a:rPr lang="en-US" sz="20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75564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5164200" y="9906120"/>
            <a:ext cx="478512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1083168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numCol="1" spcCol="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  <a:tabLst>
                <a:tab pos="0" algn="l"/>
              </a:tabLst>
            </a:pPr>
            <a:fld id="{CD1A0FC0-E261-4213-8B1D-0CB7C1BE293F}" type="slidenum">
              <a:rPr lang="en-US" sz="20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75564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ftr" idx="28"/>
          </p:nvPr>
        </p:nvSpPr>
        <p:spPr>
          <a:xfrm>
            <a:off x="5164200" y="9906120"/>
            <a:ext cx="478512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sldNum" idx="29"/>
          </p:nvPr>
        </p:nvSpPr>
        <p:spPr>
          <a:xfrm>
            <a:off x="1083168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numCol="1" spcCol="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  <a:tabLst>
                <a:tab pos="0" algn="l"/>
              </a:tabLst>
            </a:pPr>
            <a:fld id="{A196D86C-A766-41A6-B26E-6C34CACACAA8}" type="slidenum">
              <a:rPr lang="en-US" sz="20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30"/>
          </p:nvPr>
        </p:nvSpPr>
        <p:spPr>
          <a:xfrm>
            <a:off x="75564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ftr" idx="31"/>
          </p:nvPr>
        </p:nvSpPr>
        <p:spPr>
          <a:xfrm>
            <a:off x="5164200" y="9906120"/>
            <a:ext cx="478512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sldNum" idx="32"/>
          </p:nvPr>
        </p:nvSpPr>
        <p:spPr>
          <a:xfrm>
            <a:off x="1083168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numCol="1" spcCol="0" anchor="ctr">
            <a:noAutofit/>
          </a:bodyPr>
          <a:lstStyle>
            <a:lvl1pPr indent="0" algn="r" defTabSz="147312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898989"/>
                </a:solidFill>
                <a:latin typeface="Calibri"/>
              </a:defRPr>
            </a:lvl1pPr>
          </a:lstStyle>
          <a:p>
            <a:pPr indent="0" algn="r" defTabSz="1473120">
              <a:lnSpc>
                <a:spcPct val="100000"/>
              </a:lnSpc>
              <a:buNone/>
              <a:tabLst>
                <a:tab pos="0" algn="l"/>
              </a:tabLst>
            </a:pPr>
            <a:fld id="{F5B473B2-E3D2-4310-AF68-6846E61B27C8}" type="slidenum">
              <a:rPr lang="en-US" sz="20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20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33"/>
          </p:nvPr>
        </p:nvSpPr>
        <p:spPr>
          <a:xfrm>
            <a:off x="755640" y="9906120"/>
            <a:ext cx="3526200" cy="568800"/>
          </a:xfrm>
          <a:prstGeom prst="rect">
            <a:avLst/>
          </a:prstGeom>
          <a:noFill/>
          <a:ln w="0">
            <a:noFill/>
          </a:ln>
        </p:spPr>
        <p:txBody>
          <a:bodyPr lIns="147600" tIns="73800" rIns="147600" bIns="738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ttn:map_image"/>
          <p:cNvPicPr/>
          <p:nvPr/>
        </p:nvPicPr>
        <p:blipFill>
          <a:blip r:embed="rId2"/>
          <a:stretch/>
        </p:blipFill>
        <p:spPr>
          <a:xfrm>
            <a:off x="2160" y="14040"/>
            <a:ext cx="15107040" cy="10692360"/>
          </a:xfrm>
          <a:prstGeom prst="rect">
            <a:avLst/>
          </a:prstGeom>
          <a:ln w="0">
            <a:noFill/>
          </a:ln>
        </p:spPr>
      </p:pic>
      <p:sp>
        <p:nvSpPr>
          <p:cNvPr id="49" name="ttn:title"/>
          <p:cNvSpPr/>
          <p:nvPr/>
        </p:nvSpPr>
        <p:spPr>
          <a:xfrm>
            <a:off x="1111320" y="135720"/>
            <a:ext cx="13836240" cy="4438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9BC348"/>
              </a:gs>
              <a:gs pos="100000">
                <a:srgbClr val="9CC745"/>
              </a:gs>
            </a:gsLst>
            <a:lin ang="16200000"/>
          </a:gradFill>
          <a:ln w="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69920" tIns="84960" rIns="169920" bIns="84960" anchor="t">
            <a:spAutoFit/>
          </a:bodyPr>
          <a:lstStyle/>
          <a:p>
            <a:pPr algn="ctr" defTabSz="1474920">
              <a:lnSpc>
                <a:spcPct val="100000"/>
              </a:lnSpc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NAME</a:t>
            </a:r>
            <a:r>
              <a:rPr lang="vi-VN" sz="1800" b="1" strike="noStrike" spc="-1">
                <a:solidFill>
                  <a:srgbClr val="000000"/>
                </a:solidFill>
                <a:latin typeface="Arial"/>
              </a:rPr>
              <a:t>,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TIME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tn:time"/>
          <p:cNvSpPr/>
          <p:nvPr/>
        </p:nvSpPr>
        <p:spPr>
          <a:xfrm>
            <a:off x="7756200" y="966240"/>
            <a:ext cx="546120" cy="3031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1473120">
              <a:lnSpc>
                <a:spcPct val="100000"/>
              </a:lnSpc>
            </a:pPr>
            <a:r>
              <a:rPr lang="en-US" sz="1400" b="1" strike="noStrike" spc="-1">
                <a:solidFill>
                  <a:srgbClr val="FFFF00"/>
                </a:solidFill>
                <a:latin typeface="Arial"/>
              </a:rPr>
              <a:t>time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tn:comment"/>
          <p:cNvSpPr/>
          <p:nvPr/>
        </p:nvSpPr>
        <p:spPr>
          <a:xfrm>
            <a:off x="5591160" y="9875160"/>
            <a:ext cx="5333040" cy="3031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1473120">
              <a:lnSpc>
                <a:spcPct val="100000"/>
              </a:lnSpc>
            </a:pPr>
            <a:r>
              <a:rPr lang="en-US" sz="1400" b="1" strike="noStrike" spc="-1">
                <a:solidFill>
                  <a:srgbClr val="FFFF00"/>
                </a:solidFill>
                <a:latin typeface="Arial"/>
              </a:rPr>
              <a:t>comment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2" name="Picture 8"/>
          <p:cNvPicPr/>
          <p:nvPr/>
        </p:nvPicPr>
        <p:blipFill>
          <a:blip r:embed="rId3">
            <a:lum bright="100000"/>
          </a:blip>
          <a:stretch/>
        </p:blipFill>
        <p:spPr>
          <a:xfrm>
            <a:off x="14241960" y="1059120"/>
            <a:ext cx="295920" cy="693000"/>
          </a:xfrm>
          <a:prstGeom prst="rect">
            <a:avLst/>
          </a:prstGeom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84EE8-71AB-B00A-B942-FCEC199D3ADC}"/>
              </a:ext>
            </a:extLst>
          </p:cNvPr>
          <p:cNvSpPr txBox="1"/>
          <p:nvPr/>
        </p:nvSpPr>
        <p:spPr>
          <a:xfrm>
            <a:off x="7096125" y="4657725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Abc</a:t>
            </a:r>
            <a:r>
              <a:rPr lang="en-US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123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2700946</TotalTime>
  <Words>7</Words>
  <Application>Microsoft Office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1</vt:i4>
      </vt:variant>
    </vt:vector>
  </HeadingPairs>
  <TitlesOfParts>
    <vt:vector size="17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INTERNET</dc:creator>
  <dc:description/>
  <cp:lastModifiedBy>ASUS</cp:lastModifiedBy>
  <cp:revision>14936</cp:revision>
  <dcterms:created xsi:type="dcterms:W3CDTF">2006-08-16T00:00:00Z</dcterms:created>
  <dcterms:modified xsi:type="dcterms:W3CDTF">2026-06-12T14:12:14Z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</vt:i4>
  </property>
</Properties>
</file>