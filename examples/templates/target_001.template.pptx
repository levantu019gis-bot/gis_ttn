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wmf" ContentType="image/x-w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5114588" cy="1068863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55640" y="2494080"/>
            <a:ext cx="13602960" cy="70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2BB0B-F3B6-4DE2-8C8E-4FAA64A4B0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3743FE-2186-446A-8ACA-42423C8751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9F8FFB-76F5-43D7-BA06-2F7C57263C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55640" y="2494080"/>
            <a:ext cx="13602960" cy="70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5312DC-E7D4-4E33-B378-27427537C1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F2F3AF0-0BAA-4D1F-979B-A80075A593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55640" y="2494080"/>
            <a:ext cx="6638040" cy="70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7725960" y="2494080"/>
            <a:ext cx="6638040" cy="70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D205A05-819F-4ED9-B7AB-1A179B561A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385AE2E-DECF-4C27-9DAA-749467C212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D29F321-74F5-434E-8D48-174565D92D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B328290-C27A-4682-AD5F-101BBB52BD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D0808B9-D846-46A5-A5F0-B9B2F735C1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32C3AB6-CA53-4B7B-B721-08EB7931FE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33640" y="3320280"/>
            <a:ext cx="12846960" cy="229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7B77D9F7-EE26-463E-A5AB-E7C7DF7B44DF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13602960" cy="7054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 vert="eaVer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4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45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000CFB28-7E20-4BA4-A7C8-A5A43B47E5F4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58040" y="428040"/>
            <a:ext cx="3400560" cy="911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 vert="eaVert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5640" y="428040"/>
            <a:ext cx="9950040" cy="911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 vert="eaVer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4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45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E00E3EA0-77A7-420F-A20B-41FD6A663ACC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13602960" cy="7054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4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45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6D83EF3E-3855-46C7-A1A5-6D1521618596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194120" y="6868440"/>
            <a:ext cx="12846960" cy="2122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indent="0" defTabSz="1473120">
              <a:lnSpc>
                <a:spcPct val="100000"/>
              </a:lnSpc>
              <a:buNone/>
            </a:pPr>
            <a:r>
              <a:rPr b="1" lang="en-US" sz="64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6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194120" y="4530240"/>
            <a:ext cx="12846960" cy="2337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b">
            <a:noAutofit/>
          </a:bodyPr>
          <a:p>
            <a:pPr indent="0" defTabSz="147312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EDA7DE55-1B11-4366-82BC-89D776094F82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6675120" cy="705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5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45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7683120" y="2494080"/>
            <a:ext cx="6675120" cy="705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5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45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C16334AB-AF2C-4A85-8A41-A29A805DEA4A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55640" y="2392560"/>
            <a:ext cx="6678000" cy="99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b">
            <a:noAutofit/>
          </a:bodyPr>
          <a:p>
            <a:pPr indent="0" defTabSz="1473120">
              <a:lnSpc>
                <a:spcPct val="100000"/>
              </a:lnSpc>
              <a:spcBef>
                <a:spcPts val="780"/>
              </a:spcBef>
              <a:buNone/>
              <a:tabLst>
                <a:tab algn="l" pos="0"/>
              </a:tabLst>
            </a:pPr>
            <a:r>
              <a:rPr b="1" lang="en-US" sz="39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55640" y="3389760"/>
            <a:ext cx="6678000" cy="615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7678080" y="2392560"/>
            <a:ext cx="6680520" cy="99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b">
            <a:noAutofit/>
          </a:bodyPr>
          <a:p>
            <a:pPr indent="0" defTabSz="1473120">
              <a:lnSpc>
                <a:spcPct val="100000"/>
              </a:lnSpc>
              <a:spcBef>
                <a:spcPts val="780"/>
              </a:spcBef>
              <a:buNone/>
              <a:tabLst>
                <a:tab algn="l" pos="0"/>
              </a:tabLst>
            </a:pPr>
            <a:r>
              <a:rPr b="1" lang="en-US" sz="39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7678080" y="3389760"/>
            <a:ext cx="6680520" cy="6157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1F42851A-3B8A-4C17-BDF9-0A929AB040EC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960" cy="17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p>
            <a:pPr indent="0" algn="ctr" defTabSz="1473120">
              <a:lnSpc>
                <a:spcPct val="100000"/>
              </a:lnSpc>
              <a:buNone/>
            </a:pPr>
            <a:r>
              <a:rPr b="0" lang="en-US" sz="71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7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1A896FEA-9BB6-4DA0-B98B-4410298469BE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463284CC-BF49-4F14-8385-9F1A8BCF4215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55640" y="425520"/>
            <a:ext cx="4972320" cy="181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b">
            <a:noAutofit/>
          </a:bodyPr>
          <a:p>
            <a:pPr indent="0" defTabSz="1473120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909400" y="425520"/>
            <a:ext cx="8449200" cy="9122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marL="552600" indent="-552600" defTabSz="1473120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1" marL="1197000" indent="-460440" defTabSz="147312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4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4500" spc="-1" strike="noStrike">
              <a:solidFill>
                <a:schemeClr val="dk1"/>
              </a:solidFill>
              <a:latin typeface="Calibri"/>
            </a:endParaRPr>
          </a:p>
          <a:p>
            <a:pPr lvl="2" marL="1841400" indent="-368280" defTabSz="1473120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9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3900" spc="-1" strike="noStrike">
              <a:solidFill>
                <a:schemeClr val="dk1"/>
              </a:solidFill>
              <a:latin typeface="Calibri"/>
            </a:endParaRPr>
          </a:p>
          <a:p>
            <a:pPr lvl="3" marL="257976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3316320" indent="-368280" defTabSz="14731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755640" y="2236680"/>
            <a:ext cx="4972320" cy="7310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indent="0" defTabSz="147312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427E4C70-42A6-422C-8AF5-F5F9D2CA98C4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962440" y="7481880"/>
            <a:ext cx="9068400" cy="883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b">
            <a:noAutofit/>
          </a:bodyPr>
          <a:p>
            <a:pPr indent="0" defTabSz="1473120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2962440" y="955080"/>
            <a:ext cx="9068400" cy="641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0406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5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2962440" y="8365320"/>
            <a:ext cx="9068400" cy="1254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t">
            <a:noAutofit/>
          </a:bodyPr>
          <a:p>
            <a:pPr indent="0" defTabSz="147312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75564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defTabSz="1474200">
              <a:lnSpc>
                <a:spcPct val="100000"/>
              </a:lnSpc>
              <a:buNone/>
              <a:def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1474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5164200" y="9906120"/>
            <a:ext cx="4785840" cy="56952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10831680" y="9906120"/>
            <a:ext cx="3526920" cy="5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</a:pPr>
            <a:fld id="{C735CC68-83CC-4DC5-8954-5E3090DCD840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 descr=""/>
          <p:cNvPicPr/>
          <p:nvPr/>
        </p:nvPicPr>
        <p:blipFill>
          <a:blip r:embed="rId1"/>
          <a:stretch/>
        </p:blipFill>
        <p:spPr>
          <a:xfrm>
            <a:off x="2160" y="14040"/>
            <a:ext cx="15107760" cy="10693080"/>
          </a:xfrm>
          <a:prstGeom prst="rect">
            <a:avLst/>
          </a:prstGeom>
          <a:ln w="0">
            <a:noFill/>
          </a:ln>
        </p:spPr>
      </p:pic>
      <p:sp>
        <p:nvSpPr>
          <p:cNvPr id="66" name="TextBox 6"/>
          <p:cNvSpPr/>
          <p:nvPr/>
        </p:nvSpPr>
        <p:spPr>
          <a:xfrm>
            <a:off x="1111320" y="135720"/>
            <a:ext cx="13836960" cy="4438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bc348"/>
              </a:gs>
              <a:gs pos="100000">
                <a:srgbClr val="9cc745"/>
              </a:gs>
            </a:gsLst>
            <a:lin ang="162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0"/>
          <a:fontRef idx="minor"/>
        </p:style>
        <p:txBody>
          <a:bodyPr lIns="169920" rIns="169920" tIns="84960" bIns="84960" anchor="t">
            <a:spAutoFit/>
          </a:bodyPr>
          <a:p>
            <a:pPr algn="ctr" defTabSz="147492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NAME</a:t>
            </a:r>
            <a:r>
              <a:rPr b="1" lang="vi-VN" sz="1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7756200" y="966240"/>
            <a:ext cx="546840" cy="303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1473120">
              <a:lnSpc>
                <a:spcPct val="100000"/>
              </a:lnSpc>
            </a:pPr>
            <a:r>
              <a:rPr b="1" lang="en-US" sz="1400" spc="-1" strike="noStrike">
                <a:solidFill>
                  <a:srgbClr val="ffff00"/>
                </a:solidFill>
                <a:latin typeface="Arial"/>
              </a:rPr>
              <a:t>time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1"/>
          <p:cNvSpPr/>
          <p:nvPr/>
        </p:nvSpPr>
        <p:spPr>
          <a:xfrm>
            <a:off x="5591160" y="9875160"/>
            <a:ext cx="5333760" cy="303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1473120">
              <a:lnSpc>
                <a:spcPct val="100000"/>
              </a:lnSpc>
            </a:pPr>
            <a:r>
              <a:rPr b="1" lang="en-US" sz="1400" spc="-1" strike="noStrike">
                <a:solidFill>
                  <a:srgbClr val="ffff00"/>
                </a:solidFill>
                <a:latin typeface="Arial"/>
              </a:rPr>
              <a:t>comment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Picture 8" descr=""/>
          <p:cNvPicPr/>
          <p:nvPr/>
        </p:nvPicPr>
        <p:blipFill>
          <a:blip r:embed="rId2">
            <a:lum bright="100000"/>
          </a:blip>
          <a:stretch/>
        </p:blipFill>
        <p:spPr>
          <a:xfrm>
            <a:off x="14241960" y="1059120"/>
            <a:ext cx="296640" cy="693720"/>
          </a:xfrm>
          <a:prstGeom prst="rect">
            <a:avLst/>
          </a:prstGeom>
          <a:ln w="0">
            <a:noFill/>
          </a:ln>
        </p:spPr>
      </p:pic>
      <p:sp>
        <p:nvSpPr>
          <p:cNvPr id="70" name="TextBox 7"/>
          <p:cNvSpPr/>
          <p:nvPr/>
        </p:nvSpPr>
        <p:spPr>
          <a:xfrm>
            <a:off x="5423760" y="6868440"/>
            <a:ext cx="1478880" cy="448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79200" rIns="79200" tIns="39600" bIns="39600" anchor="ctr">
            <a:noAutofit/>
          </a:bodyPr>
          <a:p>
            <a:pPr algn="ctr" defTabSz="1473120">
              <a:lnSpc>
                <a:spcPct val="100000"/>
              </a:lnSpc>
            </a:pPr>
            <a:r>
              <a:rPr b="1" lang="en-US" sz="1400" spc="-1" strike="noStrike">
                <a:solidFill>
                  <a:srgbClr val="ffff00"/>
                </a:solidFill>
                <a:latin typeface="Arial"/>
              </a:rPr>
              <a:t>ABC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6539040" y="7977240"/>
            <a:ext cx="1478880" cy="448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79200" rIns="79200" tIns="39600" bIns="39600" anchor="ctr">
            <a:noAutofit/>
          </a:bodyPr>
          <a:p>
            <a:pPr algn="ctr" defTabSz="1473120">
              <a:lnSpc>
                <a:spcPct val="100000"/>
              </a:lnSpc>
            </a:pPr>
            <a:r>
              <a:rPr b="1" lang="en-US" sz="1400" spc="-1" strike="noStrike">
                <a:solidFill>
                  <a:srgbClr val="ffff00"/>
                </a:solidFill>
                <a:latin typeface="Arial"/>
              </a:rPr>
              <a:t>XYZ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2700941</TotalTime>
  <Application>LibreOffice/24.2.7.2$Linux_X86_64 LibreOffice_project/420$Build-2</Application>
  <AppVersion>15.0000</AppVersion>
  <Words>7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INTERNET</dc:creator>
  <dc:description/>
  <dc:language>en-US</dc:language>
  <cp:lastModifiedBy/>
  <dcterms:modified xsi:type="dcterms:W3CDTF">2026-06-02T20:17:25Z</dcterms:modified>
  <cp:revision>14933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